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68" r:id="rId1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4" d="100"/>
          <a:sy n="74" d="100"/>
        </p:scale>
        <p:origin x="1742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i="1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Grape Segmentation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Laxmi Narayan Pa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ndey | Kumud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2211981212 | 2211981207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Miss. Swati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agriculture is transforming modern farming by improving productivity and resource efficiency</a:t>
            </a:r>
          </a:p>
          <a:p>
            <a:pPr marL="482600" lvl="0" indent="-342900" algn="just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grape segmentation plays a crucial role in yield estimation, disease detection, and automated harvesting.</a:t>
            </a:r>
          </a:p>
          <a:p>
            <a:pPr marL="482600" lvl="0" indent="-342900" algn="just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real-world vineyard conditions such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occlusion, complex backgrounds, and varying lighting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segmentation challenging.</a:t>
            </a:r>
          </a:p>
          <a:p>
            <a:pPr marL="482600" lvl="0" indent="-342900" algn="just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models, especially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YOLO-based architectures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provide efficient and real-time solutions for segmentation tasks.</a:t>
            </a:r>
          </a:p>
          <a:p>
            <a:pPr marL="482600" lvl="0" indent="-342900" algn="just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focuses on comparing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YOLOv11, YOLOv12, and YOLOv26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the best model for practical agricultural use.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46B61-3DDA-A49E-F7C4-FC9AB7A26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F15270F8-0B3B-27D5-F7BF-7B9909109832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/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12E85BCF-9185-D803-C16B-32EE47406EA6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D4E47B7A-8E06-516F-9B96-B11BA68D06C3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Grape segmentation in real-world vineyards is highly challenging</a:t>
            </a:r>
          </a:p>
          <a:p>
            <a:pPr marL="482600" lvl="0" indent="-342900" algn="just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of complex backgrounds, occlusion (leaves, overlap), and varying lighting affects accuracy</a:t>
            </a:r>
          </a:p>
          <a:p>
            <a:pPr marL="482600" lvl="0" indent="-342900" algn="just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(thresholding, edge detection, color-based) fail in dynamic environments</a:t>
            </a:r>
          </a:p>
          <a:p>
            <a:pPr marL="482600" indent="-342900" algn="just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models are not fairly compared under the same conditions</a:t>
            </a:r>
          </a:p>
          <a:p>
            <a:pPr marL="482600" indent="-342900" algn="just"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solution that balances accuracy and real-time performance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4004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41071-E3FD-A7E5-B689-9E84FA351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4536F65C-CC13-785A-6BAF-EE068345F985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/>
              <a:t>Objective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21152209-105F-FBCD-214E-45CEE727E10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9A06BE4F-397F-23F9-D0C4-1650A83D2AC1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the performance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YOLOv11, YOLOv12, and YOLOv26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grape segmentation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models using metrics like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precision, recall, F1-score, and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both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and inference speed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real-world usability</a:t>
            </a:r>
          </a:p>
          <a:p>
            <a:pPr marL="139700" algn="just">
              <a:buClr>
                <a:srgbClr val="000000"/>
              </a:buClr>
              <a:buSzPts val="14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17500" algn="just"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suitable model for practical agricultural applications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39700" algn="just">
              <a:buClr>
                <a:srgbClr val="000000"/>
              </a:buClr>
              <a:buSzPts val="1400"/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2896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01F86-67EA-8D59-4BF9-1A6C12919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E88D086E-AC33-F73D-EC78-961CA22639A5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/>
              <a:t>Methodology 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62762BEE-4DFF-E077-32F0-E32B52252987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986308DC-A8A9-CB30-FFBC-1D240B536087}"/>
              </a:ext>
            </a:extLst>
          </p:cNvPr>
          <p:cNvSpPr txBox="1"/>
          <p:nvPr/>
        </p:nvSpPr>
        <p:spPr>
          <a:xfrm>
            <a:off x="457200" y="1286723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900" b="0" strike="noStrike" spc="-1" dirty="0">
                <a:solidFill>
                  <a:srgbClr val="000000"/>
                </a:solidFill>
                <a:latin typeface="Calibri"/>
              </a:rPr>
              <a:t>	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6FE12E-FA1D-0737-CF56-4F7CCB03A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76" y="1068946"/>
            <a:ext cx="8553851" cy="517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1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E8D4D-7BC9-CC81-053C-2109E30F0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B08D2695-2B82-3DB5-BC6C-3C899FEAEE38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/>
              <a:t>Results &amp; Analysis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39D76B6-1DCC-2DBD-B2CF-3BF2777C4A0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5973A42D-D30A-1883-B5DA-53DE44BEA711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r">
              <a:spcBef>
                <a:spcPts val="4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Quantitative Results	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Performance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53492B-3401-A695-8584-6BE347D79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981" y="2976513"/>
            <a:ext cx="4253747" cy="2971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DAFD89-00A4-8F51-E5DE-D13E1C4E6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83" y="1037775"/>
            <a:ext cx="4043098" cy="281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2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35084</TotalTime>
  <Words>271</Words>
  <Application>Microsoft Office PowerPoint</Application>
  <PresentationFormat>On-screen Show (4:3)</PresentationFormat>
  <Paragraphs>94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Deep Anik</cp:lastModifiedBy>
  <cp:revision>2299</cp:revision>
  <dcterms:created xsi:type="dcterms:W3CDTF">2010-04-09T07:36:15Z</dcterms:created>
  <dcterms:modified xsi:type="dcterms:W3CDTF">2026-04-29T00:12:08Z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